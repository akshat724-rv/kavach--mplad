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97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8572F50-579E-474C-ACB7-9953842DE496}">
          <p14:sldIdLst>
            <p14:sldId id="297"/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E4E9C0-688A-4B62-912E-33D018B36007}" v="3" dt="2026-09-08T05:23:42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955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454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Shukla" userId="62fc094a28f64990" providerId="LiveId" clId="{D8FCA49F-DAC1-4B81-AFD9-BDEFCDA745EA}"/>
    <pc:docChg chg="undo redo custSel addSld delSld modSld addMainMaster delMainMaster modMainMaster addSection modSection">
      <pc:chgData name="Akshat Shukla" userId="62fc094a28f64990" providerId="LiveId" clId="{D8FCA49F-DAC1-4B81-AFD9-BDEFCDA745EA}" dt="2026-09-08T05:35:14.253" v="1834" actId="1076"/>
      <pc:docMkLst>
        <pc:docMk/>
      </pc:docMkLst>
      <pc:sldChg chg="addSp delSp modSp mod">
        <pc:chgData name="Akshat Shukla" userId="62fc094a28f64990" providerId="LiveId" clId="{D8FCA49F-DAC1-4B81-AFD9-BDEFCDA745EA}" dt="2026-09-08T05:35:14.253" v="1834" actId="1076"/>
        <pc:sldMkLst>
          <pc:docMk/>
          <pc:sldMk cId="0" sldId="281"/>
        </pc:sldMkLst>
        <pc:spChg chg="add del">
          <ac:chgData name="Akshat Shukla" userId="62fc094a28f64990" providerId="LiveId" clId="{D8FCA49F-DAC1-4B81-AFD9-BDEFCDA745EA}" dt="2026-09-08T05:33:20.944" v="1798" actId="478"/>
          <ac:spMkLst>
            <pc:docMk/>
            <pc:sldMk cId="0" sldId="281"/>
            <ac:spMk id="3" creationId="{087C372D-6438-91D3-E6A0-E0D57E4F95D6}"/>
          </ac:spMkLst>
        </pc:spChg>
        <pc:spChg chg="add mod">
          <ac:chgData name="Akshat Shukla" userId="62fc094a28f64990" providerId="LiveId" clId="{D8FCA49F-DAC1-4B81-AFD9-BDEFCDA745EA}" dt="2026-09-08T05:35:14.253" v="1834" actId="1076"/>
          <ac:spMkLst>
            <pc:docMk/>
            <pc:sldMk cId="0" sldId="281"/>
            <ac:spMk id="5" creationId="{AEE6C799-6A17-D62B-6833-EFCDE3A4079C}"/>
          </ac:spMkLst>
        </pc:spChg>
        <pc:spChg chg="mod">
          <ac:chgData name="Akshat Shukla" userId="62fc094a28f64990" providerId="LiveId" clId="{D8FCA49F-DAC1-4B81-AFD9-BDEFCDA745EA}" dt="2026-08-28T20:01:24.105" v="883" actId="1076"/>
          <ac:spMkLst>
            <pc:docMk/>
            <pc:sldMk cId="0" sldId="281"/>
            <ac:spMk id="9" creationId="{00000000-0000-0000-0000-000000000000}"/>
          </ac:spMkLst>
        </pc:spChg>
        <pc:spChg chg="del mod">
          <ac:chgData name="Akshat Shukla" userId="62fc094a28f64990" providerId="LiveId" clId="{D8FCA49F-DAC1-4B81-AFD9-BDEFCDA745EA}" dt="2026-09-08T05:34:28.760" v="1828" actId="478"/>
          <ac:spMkLst>
            <pc:docMk/>
            <pc:sldMk cId="0" sldId="281"/>
            <ac:spMk id="10" creationId="{5DBCE864-823D-4A13-9607-5DA1F0ED5FB8}"/>
          </ac:spMkLst>
        </pc:spChg>
        <pc:picChg chg="mod">
          <ac:chgData name="Akshat Shukla" userId="62fc094a28f64990" providerId="LiveId" clId="{D8FCA49F-DAC1-4B81-AFD9-BDEFCDA745EA}" dt="2026-09-03T11:14:20.193" v="890" actId="1076"/>
          <ac:picMkLst>
            <pc:docMk/>
            <pc:sldMk cId="0" sldId="281"/>
            <ac:picMk id="11" creationId="{00000000-0000-0000-0000-000000000000}"/>
          </ac:picMkLst>
        </pc:picChg>
      </pc:sldChg>
      <pc:sldChg chg="modSp">
        <pc:chgData name="Akshat Shukla" userId="62fc094a28f64990" providerId="LiveId" clId="{D8FCA49F-DAC1-4B81-AFD9-BDEFCDA745EA}" dt="2026-08-27T10:07:28.766" v="36"/>
        <pc:sldMkLst>
          <pc:docMk/>
          <pc:sldMk cId="0" sldId="290"/>
        </pc:sldMkLst>
        <pc:spChg chg="mod">
          <ac:chgData name="Akshat Shukla" userId="62fc094a28f64990" providerId="LiveId" clId="{D8FCA49F-DAC1-4B81-AFD9-BDEFCDA745EA}" dt="2026-08-27T10:07:28.766" v="36"/>
          <ac:spMkLst>
            <pc:docMk/>
            <pc:sldMk cId="0" sldId="290"/>
            <ac:spMk id="6" creationId="{00000000-0000-0000-0000-000000000000}"/>
          </ac:spMkLst>
        </pc:spChg>
        <pc:spChg chg="mod">
          <ac:chgData name="Akshat Shukla" userId="62fc094a28f64990" providerId="LiveId" clId="{D8FCA49F-DAC1-4B81-AFD9-BDEFCDA745EA}" dt="2026-08-27T10:07:28.766" v="36"/>
          <ac:spMkLst>
            <pc:docMk/>
            <pc:sldMk cId="0" sldId="290"/>
            <ac:spMk id="17409" creationId="{00000000-0000-0000-0000-000000000000}"/>
          </ac:spMkLst>
        </pc:spChg>
      </pc:sldChg>
      <pc:sldChg chg="modSp">
        <pc:chgData name="Akshat Shukla" userId="62fc094a28f64990" providerId="LiveId" clId="{D8FCA49F-DAC1-4B81-AFD9-BDEFCDA745EA}" dt="2026-08-27T10:07:28.766" v="36"/>
        <pc:sldMkLst>
          <pc:docMk/>
          <pc:sldMk cId="3753387913" sldId="293"/>
        </pc:sldMkLst>
        <pc:spChg chg="mod">
          <ac:chgData name="Akshat Shukla" userId="62fc094a28f64990" providerId="LiveId" clId="{D8FCA49F-DAC1-4B81-AFD9-BDEFCDA745EA}" dt="2026-08-27T10:07:28.766" v="36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Akshat Shukla" userId="62fc094a28f64990" providerId="LiveId" clId="{D8FCA49F-DAC1-4B81-AFD9-BDEFCDA745EA}" dt="2026-08-27T10:07:28.766" v="36"/>
          <ac:spMkLst>
            <pc:docMk/>
            <pc:sldMk cId="3753387913" sldId="293"/>
            <ac:spMk id="17409" creationId="{00000000-0000-0000-0000-000000000000}"/>
          </ac:spMkLst>
        </pc:spChg>
      </pc:sldChg>
      <pc:sldChg chg="modSp">
        <pc:chgData name="Akshat Shukla" userId="62fc094a28f64990" providerId="LiveId" clId="{D8FCA49F-DAC1-4B81-AFD9-BDEFCDA745EA}" dt="2026-08-27T10:07:28.766" v="36"/>
        <pc:sldMkLst>
          <pc:docMk/>
          <pc:sldMk cId="2997144140" sldId="294"/>
        </pc:sldMkLst>
        <pc:spChg chg="mod">
          <ac:chgData name="Akshat Shukla" userId="62fc094a28f64990" providerId="LiveId" clId="{D8FCA49F-DAC1-4B81-AFD9-BDEFCDA745EA}" dt="2026-08-27T10:07:28.766" v="36"/>
          <ac:spMkLst>
            <pc:docMk/>
            <pc:sldMk cId="2997144140" sldId="294"/>
            <ac:spMk id="6" creationId="{00000000-0000-0000-0000-000000000000}"/>
          </ac:spMkLst>
        </pc:spChg>
        <pc:spChg chg="mod">
          <ac:chgData name="Akshat Shukla" userId="62fc094a28f64990" providerId="LiveId" clId="{D8FCA49F-DAC1-4B81-AFD9-BDEFCDA745EA}" dt="2026-08-27T10:07:28.766" v="36"/>
          <ac:spMkLst>
            <pc:docMk/>
            <pc:sldMk cId="2997144140" sldId="294"/>
            <ac:spMk id="17409" creationId="{00000000-0000-0000-0000-000000000000}"/>
          </ac:spMkLst>
        </pc:spChg>
      </pc:sldChg>
      <pc:sldChg chg="modSp">
        <pc:chgData name="Akshat Shukla" userId="62fc094a28f64990" providerId="LiveId" clId="{D8FCA49F-DAC1-4B81-AFD9-BDEFCDA745EA}" dt="2026-08-27T10:07:28.766" v="36"/>
        <pc:sldMkLst>
          <pc:docMk/>
          <pc:sldMk cId="3916788613" sldId="296"/>
        </pc:sldMkLst>
        <pc:spChg chg="mod">
          <ac:chgData name="Akshat Shukla" userId="62fc094a28f64990" providerId="LiveId" clId="{D8FCA49F-DAC1-4B81-AFD9-BDEFCDA745EA}" dt="2026-08-27T10:07:28.766" v="36"/>
          <ac:spMkLst>
            <pc:docMk/>
            <pc:sldMk cId="3916788613" sldId="296"/>
            <ac:spMk id="6" creationId="{00000000-0000-0000-0000-000000000000}"/>
          </ac:spMkLst>
        </pc:spChg>
        <pc:spChg chg="mod">
          <ac:chgData name="Akshat Shukla" userId="62fc094a28f64990" providerId="LiveId" clId="{D8FCA49F-DAC1-4B81-AFD9-BDEFCDA745EA}" dt="2026-08-27T10:07:28.766" v="36"/>
          <ac:spMkLst>
            <pc:docMk/>
            <pc:sldMk cId="3916788613" sldId="296"/>
            <ac:spMk id="17409" creationId="{00000000-0000-0000-0000-000000000000}"/>
          </ac:spMkLst>
        </pc:spChg>
      </pc:sldChg>
      <pc:sldChg chg="addSp delSp modSp new mod delDesignElem chgLayout">
        <pc:chgData name="Akshat Shukla" userId="62fc094a28f64990" providerId="LiveId" clId="{D8FCA49F-DAC1-4B81-AFD9-BDEFCDA745EA}" dt="2026-09-08T05:32:12.630" v="1785" actId="1076"/>
        <pc:sldMkLst>
          <pc:docMk/>
          <pc:sldMk cId="1839639276" sldId="297"/>
        </pc:sldMkLst>
        <pc:spChg chg="add del mod">
          <ac:chgData name="Akshat Shukla" userId="62fc094a28f64990" providerId="LiveId" clId="{D8FCA49F-DAC1-4B81-AFD9-BDEFCDA745EA}" dt="2026-09-08T05:31:55.121" v="1782"/>
          <ac:spMkLst>
            <pc:docMk/>
            <pc:sldMk cId="1839639276" sldId="297"/>
            <ac:spMk id="2" creationId="{386BE4C8-DA21-DDD7-D2AE-F750DC5E7C23}"/>
          </ac:spMkLst>
        </pc:spChg>
        <pc:spChg chg="add mod">
          <ac:chgData name="Akshat Shukla" userId="62fc094a28f64990" providerId="LiveId" clId="{D8FCA49F-DAC1-4B81-AFD9-BDEFCDA745EA}" dt="2026-09-08T05:22:10.376" v="1674" actId="14100"/>
          <ac:spMkLst>
            <pc:docMk/>
            <pc:sldMk cId="1839639276" sldId="297"/>
            <ac:spMk id="4" creationId="{3D37BCD0-2A04-59DE-21EF-5C8BC5A9E4AA}"/>
          </ac:spMkLst>
        </pc:spChg>
        <pc:spChg chg="mod ord">
          <ac:chgData name="Akshat Shukla" userId="62fc094a28f64990" providerId="LiveId" clId="{D8FCA49F-DAC1-4B81-AFD9-BDEFCDA745EA}" dt="2026-08-27T10:09:05.789" v="45" actId="6264"/>
          <ac:spMkLst>
            <pc:docMk/>
            <pc:sldMk cId="1839639276" sldId="297"/>
            <ac:spMk id="5" creationId="{D9C6A602-90F5-7CCF-D814-0F94A9A49E06}"/>
          </ac:spMkLst>
        </pc:spChg>
        <pc:spChg chg="add mod">
          <ac:chgData name="Akshat Shukla" userId="62fc094a28f64990" providerId="LiveId" clId="{D8FCA49F-DAC1-4B81-AFD9-BDEFCDA745EA}" dt="2026-09-08T05:31:47.666" v="1780" actId="1076"/>
          <ac:spMkLst>
            <pc:docMk/>
            <pc:sldMk cId="1839639276" sldId="297"/>
            <ac:spMk id="6" creationId="{849C751A-D905-6288-BCDC-D1A66F0B127F}"/>
          </ac:spMkLst>
        </pc:spChg>
        <pc:spChg chg="add del mod">
          <ac:chgData name="Akshat Shukla" userId="62fc094a28f64990" providerId="LiveId" clId="{D8FCA49F-DAC1-4B81-AFD9-BDEFCDA745EA}" dt="2026-09-08T05:20:20.398" v="1646" actId="478"/>
          <ac:spMkLst>
            <pc:docMk/>
            <pc:sldMk cId="1839639276" sldId="297"/>
            <ac:spMk id="7" creationId="{6769DD9C-65E2-D8B1-82E1-616EC27FA714}"/>
          </ac:spMkLst>
        </pc:spChg>
        <pc:spChg chg="add mod">
          <ac:chgData name="Akshat Shukla" userId="62fc094a28f64990" providerId="LiveId" clId="{D8FCA49F-DAC1-4B81-AFD9-BDEFCDA745EA}" dt="2026-09-03T14:51:57.405" v="1533" actId="1076"/>
          <ac:spMkLst>
            <pc:docMk/>
            <pc:sldMk cId="1839639276" sldId="297"/>
            <ac:spMk id="9" creationId="{787F56E5-EFF1-CEC6-6CD2-BDFC69FE90E1}"/>
          </ac:spMkLst>
        </pc:spChg>
        <pc:spChg chg="add del mod">
          <ac:chgData name="Akshat Shukla" userId="62fc094a28f64990" providerId="LiveId" clId="{D8FCA49F-DAC1-4B81-AFD9-BDEFCDA745EA}" dt="2026-09-08T05:30:12.582" v="1776" actId="20577"/>
          <ac:spMkLst>
            <pc:docMk/>
            <pc:sldMk cId="1839639276" sldId="297"/>
            <ac:spMk id="10" creationId="{5917001A-4966-B0DC-D107-E3ACC27B0299}"/>
          </ac:spMkLst>
        </pc:spChg>
        <pc:spChg chg="add mod">
          <ac:chgData name="Akshat Shukla" userId="62fc094a28f64990" providerId="LiveId" clId="{D8FCA49F-DAC1-4B81-AFD9-BDEFCDA745EA}" dt="2026-09-08T05:20:57.930" v="1667" actId="1076"/>
          <ac:spMkLst>
            <pc:docMk/>
            <pc:sldMk cId="1839639276" sldId="297"/>
            <ac:spMk id="13" creationId="{8257E235-F952-B0E5-E05D-C1D1AB42F539}"/>
          </ac:spMkLst>
        </pc:spChg>
        <pc:spChg chg="add mod">
          <ac:chgData name="Akshat Shukla" userId="62fc094a28f64990" providerId="LiveId" clId="{D8FCA49F-DAC1-4B81-AFD9-BDEFCDA745EA}" dt="2026-09-08T05:21:05.558" v="1668" actId="14100"/>
          <ac:spMkLst>
            <pc:docMk/>
            <pc:sldMk cId="1839639276" sldId="297"/>
            <ac:spMk id="15" creationId="{AC872C9A-1260-5763-3CE4-1143716CDB87}"/>
          </ac:spMkLst>
        </pc:spChg>
        <pc:spChg chg="add mod">
          <ac:chgData name="Akshat Shukla" userId="62fc094a28f64990" providerId="LiveId" clId="{D8FCA49F-DAC1-4B81-AFD9-BDEFCDA745EA}" dt="2026-09-08T05:30:30.187" v="1778" actId="14100"/>
          <ac:spMkLst>
            <pc:docMk/>
            <pc:sldMk cId="1839639276" sldId="297"/>
            <ac:spMk id="17" creationId="{9D579A66-F937-C8A1-A5D0-A8B3D2164EC0}"/>
          </ac:spMkLst>
        </pc:spChg>
        <pc:spChg chg="add mod">
          <ac:chgData name="Akshat Shukla" userId="62fc094a28f64990" providerId="LiveId" clId="{D8FCA49F-DAC1-4B81-AFD9-BDEFCDA745EA}" dt="2026-09-08T05:24:01.983" v="1756" actId="1076"/>
          <ac:spMkLst>
            <pc:docMk/>
            <pc:sldMk cId="1839639276" sldId="297"/>
            <ac:spMk id="19" creationId="{F06170E8-1956-8492-DE54-805F5B1CB147}"/>
          </ac:spMkLst>
        </pc:spChg>
        <pc:picChg chg="add mod">
          <ac:chgData name="Akshat Shukla" userId="62fc094a28f64990" providerId="LiveId" clId="{D8FCA49F-DAC1-4B81-AFD9-BDEFCDA745EA}" dt="2026-09-08T05:32:12.630" v="1785" actId="1076"/>
          <ac:picMkLst>
            <pc:docMk/>
            <pc:sldMk cId="1839639276" sldId="297"/>
            <ac:picMk id="8" creationId="{F375F108-21C6-1866-16A7-89C67FB42589}"/>
          </ac:picMkLst>
        </pc:picChg>
        <pc:picChg chg="add mod">
          <ac:chgData name="Akshat Shukla" userId="62fc094a28f64990" providerId="LiveId" clId="{D8FCA49F-DAC1-4B81-AFD9-BDEFCDA745EA}" dt="2026-09-03T14:54:37.154" v="1556" actId="1076"/>
          <ac:picMkLst>
            <pc:docMk/>
            <pc:sldMk cId="1839639276" sldId="297"/>
            <ac:picMk id="11" creationId="{9C2F5567-DE61-6657-D621-F544B7E54737}"/>
          </ac:picMkLst>
        </pc:picChg>
      </pc:sldChg>
      <pc:sldMasterChg chg="new mod addSldLayout">
        <pc:chgData name="Akshat Shukla" userId="62fc094a28f64990" providerId="LiveId" clId="{D8FCA49F-DAC1-4B81-AFD9-BDEFCDA745EA}" dt="2026-08-27T10:04:20.847" v="29" actId="6938"/>
        <pc:sldMasterMkLst>
          <pc:docMk/>
          <pc:sldMasterMk cId="2112441172" sldId="2147483660"/>
        </pc:sldMasterMkLst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879444902" sldId="2147483661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2995584202" sldId="2147483662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318544693" sldId="2147483663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1082452720" sldId="2147483664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4032139518" sldId="2147483665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3124351730" sldId="2147483666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1329746487" sldId="2147483667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1107064681" sldId="2147483668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1532887820" sldId="2147483669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3789064475" sldId="2147483670"/>
          </pc:sldLayoutMkLst>
        </pc:sldLayoutChg>
        <pc:sldLayoutChg chg="new replId">
          <pc:chgData name="Akshat Shukla" userId="62fc094a28f64990" providerId="LiveId" clId="{D8FCA49F-DAC1-4B81-AFD9-BDEFCDA745EA}" dt="2026-08-27T10:04:20.847" v="29" actId="6938"/>
          <pc:sldLayoutMkLst>
            <pc:docMk/>
            <pc:sldMasterMk cId="2112441172" sldId="2147483660"/>
            <pc:sldLayoutMk cId="293686272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D0AF-4B69-3D7D-B8AD-482CB36C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81381-FBC0-CCDC-8C11-E6CB29921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0C266-D527-D4BB-DD35-95C0F3CB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83852-0C82-4642-F08A-9D4E0A11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F22D-E757-C15F-7764-CE11201A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44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8A65-8CFF-7EE8-B097-58EF2902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FE188-DD13-822C-BE69-E5C048ADF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07286-ADA2-82EA-B248-E2DC62EA2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ADE71-EB03-63D8-D860-6F16BB43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EF2C-4785-0320-EC79-DB6A6E02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584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DB72-A13A-F06E-9080-30655DF9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8405-7E51-5108-923D-9A7740593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14F2-CF20-CDE9-6543-14115BC8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579A1-112A-D308-3042-33FF05ED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CDBCC-DF7E-5915-CE12-CF42D0322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44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3B5D0-5D2F-1EBE-23F0-72A4A325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77DD-619B-EFA0-2E9E-78974AD4C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D603A-6A8A-2E47-C2EE-CAD3B0903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55D6C-466F-73DB-221F-5DB302CB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8A831-AB38-FA3C-8927-A9FD33E3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ACC9D-C5D3-1E66-CA40-87029939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452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1322-6413-64E3-5AA8-0C7C10FD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D717B-CE5F-4185-B47D-332292DBC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3062A-61D1-1E1C-4538-CAC16218C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6EBAA-E0FF-5E06-6DB3-6CD60775C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C0623-3ACA-F3F5-C47F-F1965F95F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B66D2-5F2F-9E5A-D2EE-1EBD9768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5344EC-EED1-2376-EE49-40107D5A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34A01-139A-619B-DFF3-1080DF29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139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268A-7449-7456-5999-0A50843C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51DF8-AC93-2347-B650-180BF924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8ECE4-69DC-99AF-77F8-C0447AC1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6690E-D82F-4E38-C28C-DA96095F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351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672DF-63B5-E66A-14AF-4B07882E8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B64A1-11E1-A1F5-5351-91C55C8C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81BE0-FDE9-134E-F7B7-B965067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46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8B4F-30FB-A552-1E87-31F0FB27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0045C-7310-21A0-9793-E631A7F84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AF5E8-04B9-5155-2CD4-ABCB0BE01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92677-A7D7-B7CC-541A-56C2AA49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01FC8-9305-6C71-B15F-B2512AF8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E81F8-F67A-FA52-919C-521C0E62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064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F886F-BA7F-9B11-3A60-9A446DCB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A56A4-268F-5B12-3BFB-6D742B155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6120C-30DA-B05E-38A6-797C2FB2C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AD09B-3475-776E-59E8-58EEEABF5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4233C-ED10-1E3C-3DE5-A5048909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A8A6F-05D1-65E7-D76F-E69307D7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88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79B1-519F-F725-6011-1D4DDB71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972B7-42EC-FE5F-B53B-5C63F3558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27D7-538F-556E-744F-0E76D1F8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326-3F13-D801-2724-798B299B8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9CCA-25B5-7D0D-4238-A1E7A18D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0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FA412-BC48-528C-B597-C018DA977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BCD56-594D-4D03-7E89-F84F6084B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B613-A4E2-5572-8F11-02A51772F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FD2E5-EA2C-9696-918B-0EC28D26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E9072-FACF-FB77-6334-C1F584049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6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A33DE-74E9-6F96-51D0-45B89C64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F2DA4-4148-B765-4815-29B02AADC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D067-AE11-179D-A75A-95E70CA71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54D55-F0C7-453A-89EF-1B742B2C3785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06B63-C030-538D-2154-7706A7BCC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88AD-9342-F3B4-C253-D5614168A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53BBB-C9DC-4D47-AEBF-5AFAD40FF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44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6A602-90F5-7CCF-D814-0F94A9A4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5F108-21C6-1866-16A7-89C67FB42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09704" y="2436488"/>
            <a:ext cx="3382296" cy="3401624"/>
          </a:xfrm>
          <a:prstGeom prst="rect">
            <a:avLst/>
          </a:prstGeom>
          <a:effectLst/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787F56E5-EFF1-CEC6-6CD2-BDFC69FE90E1}"/>
              </a:ext>
            </a:extLst>
          </p:cNvPr>
          <p:cNvSpPr txBox="1">
            <a:spLocks/>
          </p:cNvSpPr>
          <p:nvPr/>
        </p:nvSpPr>
        <p:spPr bwMode="auto">
          <a:xfrm>
            <a:off x="540774" y="11097"/>
            <a:ext cx="9023002" cy="942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u="sng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u="sng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17001A-4966-B0DC-D107-E3ACC27B0299}"/>
              </a:ext>
            </a:extLst>
          </p:cNvPr>
          <p:cNvSpPr txBox="1"/>
          <p:nvPr/>
        </p:nvSpPr>
        <p:spPr>
          <a:xfrm>
            <a:off x="0" y="1054636"/>
            <a:ext cx="8524568" cy="581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Statement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ID –  </a:t>
            </a: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26102</a:t>
            </a:r>
            <a:b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Statement Title - </a:t>
            </a:r>
            <a:r>
              <a:rPr lang="en-IN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an AI-powered system </a:t>
            </a:r>
            <a:br>
              <a:rPr lang="en-IN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		     to detect anomalies, fraud, and inefficiencies in MPLAD Scheme implementation regd.</a:t>
            </a:r>
          </a:p>
          <a:p>
            <a:pPr algn="just">
              <a:lnSpc>
                <a:spcPct val="100000"/>
              </a:lnSpc>
            </a:pPr>
            <a:endParaRPr lang="en-US" sz="20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Theme  - </a:t>
            </a:r>
            <a:r>
              <a:rPr lang="en-IN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000" b="1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PS Category   - </a:t>
            </a: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Team ID  -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Name –  </a:t>
            </a: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NexByte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Team Members –     </a:t>
            </a: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Akshat Shukla             Deepika Soni </a:t>
            </a:r>
          </a:p>
          <a:p>
            <a:pPr algn="just">
              <a:lnSpc>
                <a:spcPct val="200000"/>
              </a:lnSpc>
            </a:pP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Devdatt Mishra               Anuj Soni </a:t>
            </a:r>
          </a:p>
          <a:p>
            <a:pPr algn="just">
              <a:lnSpc>
                <a:spcPct val="200000"/>
              </a:lnSpc>
            </a:pPr>
            <a:r>
              <a:rPr lang="en-US" sz="20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Chetna Sharnagat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2F5567-DE61-6657-D621-F544B7E54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099" y="112239"/>
            <a:ext cx="2411914" cy="9423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37BCD0-2A04-59DE-21EF-5C8BC5A9E4AA}"/>
              </a:ext>
            </a:extLst>
          </p:cNvPr>
          <p:cNvSpPr/>
          <p:nvPr/>
        </p:nvSpPr>
        <p:spPr>
          <a:xfrm rot="10800000" flipV="1">
            <a:off x="4982061" y="5673958"/>
            <a:ext cx="2529576" cy="51468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57E235-F952-B0E5-E05D-C1D1AB42F539}"/>
              </a:ext>
            </a:extLst>
          </p:cNvPr>
          <p:cNvSpPr/>
          <p:nvPr/>
        </p:nvSpPr>
        <p:spPr>
          <a:xfrm>
            <a:off x="4982062" y="5176422"/>
            <a:ext cx="2529575" cy="50259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872C9A-1260-5763-3CE4-1143716CDB87}"/>
              </a:ext>
            </a:extLst>
          </p:cNvPr>
          <p:cNvSpPr/>
          <p:nvPr/>
        </p:nvSpPr>
        <p:spPr>
          <a:xfrm>
            <a:off x="2452484" y="5176423"/>
            <a:ext cx="2529578" cy="50259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579A66-F937-C8A1-A5D0-A8B3D2164EC0}"/>
              </a:ext>
            </a:extLst>
          </p:cNvPr>
          <p:cNvSpPr/>
          <p:nvPr/>
        </p:nvSpPr>
        <p:spPr>
          <a:xfrm rot="10800000" flipV="1">
            <a:off x="2449045" y="6180253"/>
            <a:ext cx="2533017" cy="66936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6170E8-1956-8492-DE54-805F5B1CB147}"/>
              </a:ext>
            </a:extLst>
          </p:cNvPr>
          <p:cNvSpPr/>
          <p:nvPr/>
        </p:nvSpPr>
        <p:spPr>
          <a:xfrm>
            <a:off x="2452482" y="5690629"/>
            <a:ext cx="2529578" cy="49801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C751A-D905-6288-BCDC-D1A66F0B127F}"/>
              </a:ext>
            </a:extLst>
          </p:cNvPr>
          <p:cNvSpPr/>
          <p:nvPr/>
        </p:nvSpPr>
        <p:spPr>
          <a:xfrm rot="10800000" flipV="1">
            <a:off x="4982062" y="6199790"/>
            <a:ext cx="2533017" cy="66936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3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407947"/>
            <a:ext cx="12191999" cy="43418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962" y="0"/>
            <a:ext cx="2042973" cy="934835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EE6C799-6A17-D62B-6833-EFCDE3A407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1540" y="90869"/>
            <a:ext cx="1646511" cy="75309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NexByte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7726</TotalTime>
  <Words>232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Garamond</vt:lpstr>
      <vt:lpstr>Times New Roman</vt:lpstr>
      <vt:lpstr>TradeGothic</vt:lpstr>
      <vt:lpstr>Wingdings</vt:lpstr>
      <vt:lpstr>Office Theme</vt:lpstr>
      <vt:lpstr>Custom Design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Akshat Shukla</cp:lastModifiedBy>
  <cp:revision>148</cp:revision>
  <dcterms:created xsi:type="dcterms:W3CDTF">2013-12-12T18:46:50Z</dcterms:created>
  <dcterms:modified xsi:type="dcterms:W3CDTF">2026-09-08T05:35:19Z</dcterms:modified>
  <cp:category/>
</cp:coreProperties>
</file>